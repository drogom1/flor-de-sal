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83130" y="1993392"/>
            <a:ext cx="329184" cy="585216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600000">
            <a:off x="1969389" y="2363602"/>
            <a:ext cx="329184" cy="585216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0">
            <a:off x="1541907" y="2363602"/>
            <a:ext cx="329184" cy="585216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328166" y="1993392"/>
            <a:ext cx="329184" cy="585216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4400000">
            <a:off x="1541907" y="1623182"/>
            <a:ext cx="329184" cy="585216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0">
            <a:off x="1969389" y="1623182"/>
            <a:ext cx="329184" cy="585216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2084832"/>
            <a:ext cx="402336" cy="402336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2176272"/>
            <a:ext cx="219456" cy="219456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46120"/>
            <a:ext cx="3108960" cy="0"/>
          </a:xfrm>
          <a:prstGeom prst="line">
            <a:avLst/>
          </a:prstGeom>
          <a:noFill/>
          <a:ln w="6350">
            <a:solidFill>
              <a:srgbClr val="444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500" kern="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 DE SAL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640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DE DESENVOLVIMENTO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11887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 de site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gastronômico sofisticado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206240" y="2606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contém todas as instruções, identidade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estrutura e especificações necessárias para o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completo do site Flor de Sal.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3840480"/>
            <a:ext cx="1828800" cy="5029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flordesal.com.br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474720" cy="3657600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24862" y="2093976"/>
            <a:ext cx="256032" cy="475488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600000">
            <a:off x="2149983" y="2396875"/>
            <a:ext cx="256032" cy="475488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7200000">
            <a:off x="1800225" y="2396875"/>
            <a:ext cx="256032" cy="475488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1625346" y="2093976"/>
            <a:ext cx="256032" cy="475488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4400000">
            <a:off x="1800225" y="1791077"/>
            <a:ext cx="256032" cy="475488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000000">
            <a:off x="2149983" y="1791077"/>
            <a:ext cx="256032" cy="475488"/>
          </a:xfrm>
          <a:prstGeom prst="ellipse">
            <a:avLst/>
          </a:prstGeom>
          <a:solidFill>
            <a:srgbClr val="FAEEDA">
              <a:alpha val="75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2176272"/>
            <a:ext cx="310896" cy="310896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0824" y="2249424"/>
            <a:ext cx="164592" cy="164592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06040"/>
            <a:ext cx="960120" cy="0"/>
          </a:xfrm>
          <a:prstGeom prst="line">
            <a:avLst/>
          </a:prstGeom>
          <a:noFill/>
          <a:ln w="6350">
            <a:solidFill>
              <a:srgbClr val="444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2606040"/>
            <a:ext cx="960120" cy="0"/>
          </a:xfrm>
          <a:prstGeom prst="line">
            <a:avLst/>
          </a:prstGeom>
          <a:noFill/>
          <a:ln w="6350">
            <a:solidFill>
              <a:srgbClr val="444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700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 DE SAL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0906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oficial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868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234440"/>
            <a:ext cx="457200" cy="402336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234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143560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#2C2C2A  —  Textos / nav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1828800"/>
            <a:ext cx="457200" cy="402336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28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Âmbar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0299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#854F0B  —  Marca / botões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2423160"/>
            <a:ext cx="457200" cy="40233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423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Dourado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262432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#EF9F27  —  Destaques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3017520"/>
            <a:ext cx="457200" cy="402336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017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321868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#FAEEDA  —  Fundos suaves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611880"/>
            <a:ext cx="457200" cy="402336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381304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#888780  —  Texto secundário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42976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0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Títulos: Georgia (serif)   ·   Corpo: Calibri / Inter (sans-serif)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54480" cy="3474720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155448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011680"/>
            <a:ext cx="914400" cy="0"/>
          </a:xfrm>
          <a:prstGeom prst="line">
            <a:avLst/>
          </a:prstGeom>
          <a:noFill/>
          <a:ln w="6350">
            <a:solidFill>
              <a:srgbClr val="854F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214884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frase de impacto,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estatísticas, CTA reserva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0" y="822960"/>
            <a:ext cx="1554480" cy="3474720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822960"/>
            <a:ext cx="155448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51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Cardápio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331720" y="2011680"/>
            <a:ext cx="914400" cy="0"/>
          </a:xfrm>
          <a:prstGeom prst="line">
            <a:avLst/>
          </a:prstGeom>
          <a:noFill/>
          <a:ln w="6350">
            <a:solidFill>
              <a:srgbClr val="854F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214884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Categorias, fotos,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preços, filtros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49040" y="822960"/>
            <a:ext cx="1554480" cy="3474720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49040" y="822960"/>
            <a:ext cx="155448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515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4904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069080" y="2011680"/>
            <a:ext cx="914400" cy="0"/>
          </a:xfrm>
          <a:prstGeom prst="line">
            <a:avLst/>
          </a:prstGeom>
          <a:noFill/>
          <a:ln w="6350">
            <a:solidFill>
              <a:srgbClr val="854F0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822192" y="214884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História, chef,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 da cozinha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0" y="822960"/>
            <a:ext cx="1554480" cy="3474720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0" y="822960"/>
            <a:ext cx="155448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515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806440" y="2011680"/>
            <a:ext cx="914400" cy="0"/>
          </a:xfrm>
          <a:prstGeom prst="line">
            <a:avLst/>
          </a:prstGeom>
          <a:noFill/>
          <a:ln w="6350">
            <a:solidFill>
              <a:srgbClr val="854F0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559552" y="214884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Formulário, data,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horário, pessoas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223760" y="822960"/>
            <a:ext cx="1554480" cy="3474720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23760" y="822960"/>
            <a:ext cx="155448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05156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Contato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7543800" y="2011680"/>
            <a:ext cx="914400" cy="0"/>
          </a:xfrm>
          <a:prstGeom prst="line">
            <a:avLst/>
          </a:prstGeom>
          <a:noFill/>
          <a:ln w="6350">
            <a:solidFill>
              <a:srgbClr val="854F0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296912" y="214884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Mapa, telefone,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horários, redes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única, responsiva e acessível em mobile, tablet e desktop.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TÉCNICAS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recomendada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Tailwind CSS + Vercel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Ou: WordPress + Elementor (opção simples)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68680"/>
            <a:ext cx="64008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41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ou Firebase para reservas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gerenciamento de cardápio dinâmico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94560"/>
            <a:ext cx="64008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603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obrigatório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Breakpoints: 375px / 768px / 1280px+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194560"/>
            <a:ext cx="64008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Vitals: LCP &lt; 2.5s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Imagens: WebP, lazy loading, otimizadas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20440"/>
            <a:ext cx="64008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93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tags, Open Graph, sitemap.xml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integrado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20440"/>
            <a:ext cx="64008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593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8862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para reservas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feed na home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DESENVOLVIMENTO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365760" cy="3657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41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2354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1795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paleta, tipografia, assets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78408"/>
            <a:ext cx="5303520" cy="256032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78408"/>
            <a:ext cx="128016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9601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764792"/>
            <a:ext cx="365760" cy="3657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7465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00253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layout de cada página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801368"/>
            <a:ext cx="5303520" cy="256032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801368"/>
            <a:ext cx="64008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7830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587752"/>
            <a:ext cx="365760" cy="3657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87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56946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28254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Codificação, cardápio, reservas, mapa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624328"/>
            <a:ext cx="5303520" cy="256032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624328"/>
            <a:ext cx="256032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60604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410712"/>
            <a:ext cx="365760" cy="3657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3924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&amp; fotos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64845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Textos, imagens dos pratos, preços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447288"/>
            <a:ext cx="5303520" cy="256032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3447288"/>
            <a:ext cx="128016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4290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233672"/>
            <a:ext cx="365760" cy="3657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42153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lançamento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447141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SEO, publicação do domínio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4270248"/>
            <a:ext cx="5303520" cy="256032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270248"/>
            <a:ext cx="64008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42519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2C2C2A"/>
          </a:solidFill>
          <a:ln w="6350">
            <a:solidFill>
              <a:srgbClr val="4444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estimado: 7 a 10 semanas  ·  Versão básica (home + cardápio + contato): 2 a 3 semanas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PARA A IA DESENVOLVEDORA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41148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32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Nome do projeto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 de Sal — Gastronomia Contemporânea. Nunca alterar o nome ou a logo.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932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Paleta obrigatória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2618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Carvão #2C2C2A · Âmbar #854F0B · Dourado #EF9F27 · Creme #FAEEDA · Areia #F1EFE8. Não usar outras cores.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94560"/>
            <a:ext cx="41148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Tipografia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Títulos: Georgia ou fonte serifada elegante. Corpo: Calibri, Inter ou similar. Nunca Arial sem serifa em títulos.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194560"/>
            <a:ext cx="41148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Tom e linguagem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334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Sofisticado, acolhedor e brasileiro. Textos em português do Brasil. Sem anglicismos desnecessários.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66160"/>
            <a:ext cx="41148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Mobile-first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página deve funcionar perfeitamente em celular. Testar em 375px de largura mínima.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66160"/>
            <a:ext cx="41148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Reservas obrigatório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0050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de reservas deve ter formulário funcional com validação de data, horário e número de pessoas.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9464" y="1591056"/>
            <a:ext cx="365760" cy="658368"/>
          </a:xfrm>
          <a:prstGeom prst="ellipse">
            <a:avLst/>
          </a:prstGeom>
          <a:solidFill>
            <a:srgbClr val="FAEEDA">
              <a:alpha val="7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600000">
            <a:off x="2336292" y="1994922"/>
            <a:ext cx="365760" cy="658368"/>
          </a:xfrm>
          <a:prstGeom prst="ellipse">
            <a:avLst/>
          </a:prstGeom>
          <a:solidFill>
            <a:srgbClr val="FAEEDA">
              <a:alpha val="7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0">
            <a:off x="1869948" y="1994922"/>
            <a:ext cx="365760" cy="658368"/>
          </a:xfrm>
          <a:prstGeom prst="ellipse">
            <a:avLst/>
          </a:prstGeom>
          <a:solidFill>
            <a:srgbClr val="FAEEDA">
              <a:alpha val="7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636776" y="1591056"/>
            <a:ext cx="365760" cy="658368"/>
          </a:xfrm>
          <a:prstGeom prst="ellipse">
            <a:avLst/>
          </a:prstGeom>
          <a:solidFill>
            <a:srgbClr val="FAEEDA">
              <a:alpha val="7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4400000">
            <a:off x="1869948" y="1187190"/>
            <a:ext cx="365760" cy="658368"/>
          </a:xfrm>
          <a:prstGeom prst="ellipse">
            <a:avLst/>
          </a:prstGeom>
          <a:solidFill>
            <a:srgbClr val="FAEEDA">
              <a:alpha val="7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0">
            <a:off x="2336292" y="1187190"/>
            <a:ext cx="365760" cy="658368"/>
          </a:xfrm>
          <a:prstGeom prst="ellipse">
            <a:avLst/>
          </a:prstGeom>
          <a:solidFill>
            <a:srgbClr val="FAEEDA">
              <a:alpha val="7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6544" y="1700784"/>
            <a:ext cx="438912" cy="438912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801368"/>
            <a:ext cx="237744" cy="237744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1417320" cy="0"/>
          </a:xfrm>
          <a:prstGeom prst="line">
            <a:avLst/>
          </a:prstGeom>
          <a:noFill/>
          <a:ln w="6350">
            <a:solidFill>
              <a:srgbClr val="4444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880360"/>
            <a:ext cx="1417320" cy="0"/>
          </a:xfrm>
          <a:prstGeom prst="line">
            <a:avLst/>
          </a:prstGeom>
          <a:noFill/>
          <a:ln w="6350">
            <a:solidFill>
              <a:srgbClr val="444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44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500" kern="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 DE SAL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flordesal.com.br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6400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começar.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briefing contém tudo que você precisa.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as instruções do slide anterior 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mantenhaa identidade visual intacta.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374904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5780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Desenvolva com excelência.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 de Sal — Briefing de Desenvolvimento</dc:title>
  <dc:subject>PptxGenJS Presentation</dc:subject>
  <dc:creator>PptxGenJS</dc:creator>
  <cp:lastModifiedBy>PptxGenJS</cp:lastModifiedBy>
  <cp:revision>1</cp:revision>
  <dcterms:created xsi:type="dcterms:W3CDTF">2026-05-29T00:55:43Z</dcterms:created>
  <dcterms:modified xsi:type="dcterms:W3CDTF">2026-05-29T00:55:43Z</dcterms:modified>
</cp:coreProperties>
</file>